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Lithuania PV Production Financial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Market-Scaled Strategic Investment Evaluation (250 MW)</a:t>
            </a:r>
          </a:p>
          <a:p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Baseline vs With-Project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Baseline (Outsource)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With-Project (Local)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Supply Chain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High (Long lead times)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Low (Local control)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Production Cost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Market Price + Margin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Internal Variable Cost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Strategic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Dependency on Imports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EU "Made in EU" 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CIT Rate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0% (Klaipeda FEZ)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TEMPLATE 1 — Capacity &amp; ramp-up plan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Max capacity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Utilization %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Scrap %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Effective capacity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118.75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250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75.0%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4.0%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180.00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90.0%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218.25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Year 4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250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95.0%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2.0%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232.75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Year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245.00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TEMPLATE 2 — Sales forecast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Units sold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Price (EUR/unit)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Revenue (EUR)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Justification (short)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118.75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126,000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14,962,500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Market entry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180.00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123,480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22,226,400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Growth phase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218.25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121,010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26,410,520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Scale reach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Year 4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232.75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118,590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27,601,867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Maturity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Year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245.00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116,218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28,473,505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Full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TEMPLATE 3 — Variable cost per unit breakdown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Driver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Formula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EUR/unit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Materials/ingredients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LONGi HPBC 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Direct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80,700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LONGi 2025 Spec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Packaging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Export grade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Fixed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1,500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Logistics Spec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Direct labor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Lithuania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800h * 16.5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VDI 2026 Std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Energy (if relevant)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Industrial rate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0.18/kWh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2,500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Eurostat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Platform fee / other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Scrap Effect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Cost/(1-S)-C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1,998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Industry Std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TEMPLATE 4 — Incremental fixed costs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Maintenance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Extra staff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Rent/overhead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Other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 fixed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432,000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288,000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96,000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384,000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1,200,000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432,000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288,000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96,000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384,000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1,200,000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432,000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288,000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96,000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384,000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1,200,000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Year 4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432,000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288,000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96,000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384,000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1,200,000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Year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432,000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288,000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96,000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384,000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1,200,000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TEMPLATE 5 — Project operating statement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1371600"/>
          <a:ext cx="8778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034"/>
                <a:gridCol w="1254034"/>
                <a:gridCol w="1254034"/>
                <a:gridCol w="1254034"/>
                <a:gridCol w="1254034"/>
                <a:gridCol w="1254034"/>
                <a:gridCol w="1254036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Variable costs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Contribution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Fixed costs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EBITDA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118.8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14,962,500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12,237,500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2,725,000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1,200,000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1,525,000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180.0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22,226,400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18,356,250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3,870,150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1,200,000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2,670,150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218.2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26,410,520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22,027,500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4,383,020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1,200,000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3,183,020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Year 4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232.8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27,601,867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23,251,250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4,350,617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1,200,000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3,150,617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Year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245.0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28,473,505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24,475,000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3,998,505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1,200,000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2,798,505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TEMPLATE 6 — Break-even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Price (EUR/unit)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116,218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EUR/MW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Variable cost (EUR/unit)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99,898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EUR/MW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Contribution (EUR/unit)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16,320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Price - Var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Fixed costs (EUR/period)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1,200,000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Annual burden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Break-even units (Q_BE)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73.53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Fixed / Contrib unit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Break-even revenue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8,545,245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Q_BE x Price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Margin of safety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70.0%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(Exp - Q_BE)/Exp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TEMPLATE 7 — Assumptions &amp; Sources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1371600"/>
          <a:ext cx="8778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Assumption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Why reasonable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Low/Base/High</a:t>
                      </a:r>
                    </a:p>
                  </a:txBody>
                  <a:tcPr>
                    <a:solidFill>
                      <a:srgbClr val="497C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126,000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EUR/MW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LONGi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HPBC 2.0 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Volume / demand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250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MW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Market study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Realistic domestic share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Ramp-up (utilization)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50%-100%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Project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Staged 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Wage rate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16.50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EUR/h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VDI 2026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Lithuanian standard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Energy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0.18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EUR/kWh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Eurostat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Baltic industrial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Scrap / yield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2% - 5%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Industry Std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Improving ramp-up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Maintenance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432,000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EUR/yr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Vendor spec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Scaled for 250MW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/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Performance Visualizations</a:t>
            </a:r>
          </a:p>
        </p:txBody>
      </p:sp>
      <p:pic>
        <p:nvPicPr>
          <p:cNvPr id="3" name="Picture 2" descr="volume_ramp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334000" cy="3200400"/>
          </a:xfrm>
          <a:prstGeom prst="rect">
            <a:avLst/>
          </a:prstGeom>
        </p:spPr>
      </p:pic>
      <p:pic>
        <p:nvPicPr>
          <p:cNvPr id="4" name="Picture 3" descr="breakeven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5334000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